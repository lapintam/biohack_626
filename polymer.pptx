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8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29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D7C8F">
              <a:alpha val="25000"/>
            </a:srgbClr>
          </a:solidFill>
          <a:ln w="12700">
            <a:solidFill>
              <a:srgbClr val="0D7C8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474720"/>
            <a:ext cx="1463040" cy="146304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METHYLATION-GUIDED ONCOLOGY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chemotherapy cohorts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siloed healthcare data using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pattern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C8F">
              <a:alpha val="40000"/>
            </a:srgbClr>
          </a:solidFill>
          <a:ln w="12700">
            <a:solidFill>
              <a:srgbClr val="0D7C8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IRONSIGHT GROUP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2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is siloed and, by design, does not communicate across systems. Genomic databases, clinical trial registries, and pathology records each exist in isolation — making cross-source insight impossible for most organizations.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just changed that.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78224" y="868680"/>
            <a:ext cx="4846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78224" y="868680"/>
            <a:ext cx="54864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6824" y="1033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Databases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06824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arrays, mutation profiles, COSMIC annotations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01190" y="3086100"/>
            <a:ext cx="4846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01190" y="3086100"/>
            <a:ext cx="54864" cy="1188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9790" y="32506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Response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29790" y="36347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GDSC2 IC50, AUC, Z-scores across cell 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01190" y="4137660"/>
            <a:ext cx="2743200" cy="40233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5137" y="414159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Polymer unifies these sources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Encoder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cancer_type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msi_status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mutational_burden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ploidy_wes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age_at_sampling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β-values (CpG sites)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2788920"/>
            <a:ext cx="6400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77640" y="1737360"/>
            <a:ext cx="1828800" cy="21031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(Neural Net)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2788920"/>
            <a:ext cx="6400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9400" y="1325880"/>
            <a:ext cx="2240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325880"/>
            <a:ext cx="22402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325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sensitivity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LN_IC50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054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half-inhibitory concentration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DRUG_NAME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9227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chemotherapy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GDSC2 — 27,000+ dose-response curves across 970 cancer cell lines and 500+ compounds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&amp; Further Research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5661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Feature 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SNV/CNV profiles, RNA expression, and clinical metadata to deepen the model's predictive resolution beyond methylation alone.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743200" cy="35661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D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09728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25146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methylome, transcriptome, and proteome layers into a unified representation — capturing cross-omic interactions that single-modality models miss.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097280"/>
            <a:ext cx="2743200" cy="35661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D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45936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Stratification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25146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cell-line predictions to real patient cohort stratification — enabling pharma to identify trial-eligible populations directly from de-identified EHR data.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goal: clinical-grade cohort discovery pipeline integrated with real-world data vendors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Cell 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234440"/>
            <a:ext cx="2743200" cy="5486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1868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Tested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234440"/>
            <a:ext cx="2743200" cy="54864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27K+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63056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Curves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2286000"/>
          </a:xfrm>
          <a:prstGeom prst="rect">
            <a:avLst/>
          </a:prstGeom>
          <a:solidFill>
            <a:srgbClr val="E8F4F7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33472"/>
            <a:ext cx="8321040" cy="2048256"/>
          </a:xfrm>
          <a:prstGeom prst="rect">
            <a:avLst/>
          </a:prstGeom>
          <a:solidFill>
            <a:srgbClr val="E8F4F7">
              <a:alpha val="0"/>
            </a:srgbClr>
          </a:solidFill>
          <a:ln w="6350">
            <a:solidFill>
              <a:srgbClr val="0D7C8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74320" y="2971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polymer_app.py  ·  Interactive cohort discovery interface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methylation profile  →  Output: ranked drug recommendations by AUC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308</Words>
  <Application>Microsoft Macintosh PowerPoint</Application>
  <PresentationFormat>On-screen Show (16:9)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Polymer</dc:title>
  <dc:subject>PptxGenJS Presentation</dc:subject>
  <dc:creator>Ironsight Group</dc:creator>
  <cp:lastModifiedBy>Matthew La Pinta</cp:lastModifiedBy>
  <cp:revision>4</cp:revision>
  <dcterms:created xsi:type="dcterms:W3CDTF">2026-06-06T17:48:59Z</dcterms:created>
  <dcterms:modified xsi:type="dcterms:W3CDTF">2026-06-06T18:05:07Z</dcterms:modified>
</cp:coreProperties>
</file>